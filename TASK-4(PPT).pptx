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339033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229073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423081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96FAFA-95DB-4B09-8E86-4DF948E74691}" type="datetimeFigureOut">
              <a:rPr lang="en-IN" smtClean="0"/>
              <a:t>11-06-2026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196273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96FAFA-95DB-4B09-8E86-4DF948E74691}" type="datetimeFigureOut">
              <a:rPr lang="en-IN" smtClean="0"/>
              <a:t>11-06-2026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72283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96FAFA-95DB-4B09-8E86-4DF948E74691}" type="datetimeFigureOut">
              <a:rPr lang="en-IN" smtClean="0"/>
              <a:t>11-06-2026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3462541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96FAFA-95DB-4B09-8E86-4DF948E74691}" type="datetimeFigureOut">
              <a:rPr lang="en-IN" smtClean="0"/>
              <a:t>11-06-2026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2018682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96FAFA-95DB-4B09-8E86-4DF948E74691}" type="datetimeFigureOut">
              <a:rPr lang="en-IN" smtClean="0"/>
              <a:t>11-06-2026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1625853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96FAFA-95DB-4B09-8E86-4DF948E74691}" type="datetimeFigureOut">
              <a:rPr lang="en-IN" smtClean="0"/>
              <a:t>11-06-2026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73077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1901531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90776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7873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566389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891694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425961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96FAFA-95DB-4B09-8E86-4DF948E74691}" type="datetimeFigureOut">
              <a:rPr lang="en-IN" smtClean="0"/>
              <a:t>11-06-2026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31576B-876A-439D-958F-EB742FBC0CE5}" type="slidenum">
              <a:rPr lang="en-IN" smtClean="0"/>
              <a:t>‹#›</a:t>
            </a:fld>
            <a:endParaRPr lang="en-IN"/>
          </a:p>
        </p:txBody>
      </p:sp>
    </p:spTree>
    <p:extLst>
      <p:ext uri="{BB962C8B-B14F-4D97-AF65-F5344CB8AC3E}">
        <p14:creationId xmlns:p14="http://schemas.microsoft.com/office/powerpoint/2010/main" val="3628864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E96FAFA-95DB-4B09-8E86-4DF948E74691}" type="datetimeFigureOut">
              <a:rPr lang="en-IN" smtClean="0"/>
              <a:t>11-06-2026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931576B-876A-439D-958F-EB742FBC0CE5}" type="slidenum">
              <a:rPr lang="en-IN" smtClean="0"/>
              <a:t>‹#›</a:t>
            </a:fld>
            <a:endParaRPr lang="en-IN"/>
          </a:p>
        </p:txBody>
      </p:sp>
    </p:spTree>
    <p:extLst>
      <p:ext uri="{BB962C8B-B14F-4D97-AF65-F5344CB8AC3E}">
        <p14:creationId xmlns:p14="http://schemas.microsoft.com/office/powerpoint/2010/main" val="6586371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9B210-16A2-1236-7E8D-ED893880294E}"/>
              </a:ext>
            </a:extLst>
          </p:cNvPr>
          <p:cNvSpPr>
            <a:spLocks noGrp="1"/>
          </p:cNvSpPr>
          <p:nvPr>
            <p:ph type="ctrTitle"/>
          </p:nvPr>
        </p:nvSpPr>
        <p:spPr>
          <a:xfrm>
            <a:off x="88490" y="-1"/>
            <a:ext cx="10596443" cy="1848897"/>
          </a:xfrm>
        </p:spPr>
        <p:txBody>
          <a:bodyPr>
            <a:normAutofit/>
          </a:bodyPr>
          <a:lstStyle/>
          <a:p>
            <a:pPr algn="ctr"/>
            <a:r>
              <a:rPr lang="en-IN" sz="4400" b="1" dirty="0">
                <a:solidFill>
                  <a:schemeClr val="tx1"/>
                </a:solidFill>
              </a:rPr>
              <a:t>Exploratory Data Analysis (EDA) &amp; Business Intelligence Project</a:t>
            </a:r>
            <a:endParaRPr lang="en-IN" sz="4400" dirty="0">
              <a:solidFill>
                <a:schemeClr val="tx1"/>
              </a:solidFill>
            </a:endParaRPr>
          </a:p>
        </p:txBody>
      </p:sp>
      <p:sp>
        <p:nvSpPr>
          <p:cNvPr id="3" name="Subtitle 2">
            <a:extLst>
              <a:ext uri="{FF2B5EF4-FFF2-40B4-BE49-F238E27FC236}">
                <a16:creationId xmlns:a16="http://schemas.microsoft.com/office/drawing/2014/main" id="{CF777A61-05DC-3821-F26F-30E1D6B2066A}"/>
              </a:ext>
            </a:extLst>
          </p:cNvPr>
          <p:cNvSpPr>
            <a:spLocks noGrp="1"/>
          </p:cNvSpPr>
          <p:nvPr>
            <p:ph type="subTitle" idx="1"/>
          </p:nvPr>
        </p:nvSpPr>
        <p:spPr>
          <a:xfrm>
            <a:off x="1546396" y="2261420"/>
            <a:ext cx="7766936" cy="3028389"/>
          </a:xfrm>
        </p:spPr>
        <p:txBody>
          <a:bodyPr/>
          <a:lstStyle/>
          <a:p>
            <a:pPr algn="l"/>
            <a:r>
              <a:rPr lang="en-IN" dirty="0"/>
              <a:t>Retail Sales Analysis using Python, SQL, and Dashboarding</a:t>
            </a:r>
            <a:br>
              <a:rPr lang="en-IN" dirty="0"/>
            </a:br>
            <a:endParaRPr lang="en-IN" dirty="0"/>
          </a:p>
          <a:p>
            <a:pPr algn="l"/>
            <a:endParaRPr lang="en-IN" dirty="0"/>
          </a:p>
          <a:p>
            <a:pPr algn="l"/>
            <a:endParaRPr lang="en-IN" dirty="0"/>
          </a:p>
          <a:p>
            <a:pPr algn="l"/>
            <a:r>
              <a:rPr lang="en-IN" dirty="0"/>
              <a:t>                                                        </a:t>
            </a:r>
            <a:r>
              <a:rPr lang="en-IN" u="sng" dirty="0"/>
              <a:t>Presented by </a:t>
            </a:r>
            <a:r>
              <a:rPr lang="en-IN" dirty="0"/>
              <a:t>:-</a:t>
            </a:r>
          </a:p>
          <a:p>
            <a:r>
              <a:rPr lang="en-IN" dirty="0"/>
              <a:t> CHAPPA MANIKANTA</a:t>
            </a:r>
          </a:p>
        </p:txBody>
      </p:sp>
    </p:spTree>
    <p:extLst>
      <p:ext uri="{BB962C8B-B14F-4D97-AF65-F5344CB8AC3E}">
        <p14:creationId xmlns:p14="http://schemas.microsoft.com/office/powerpoint/2010/main" val="4235374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4257-5069-A168-1EAA-C7B7E031A979}"/>
              </a:ext>
            </a:extLst>
          </p:cNvPr>
          <p:cNvSpPr>
            <a:spLocks noGrp="1"/>
          </p:cNvSpPr>
          <p:nvPr>
            <p:ph type="title"/>
          </p:nvPr>
        </p:nvSpPr>
        <p:spPr/>
        <p:txBody>
          <a:bodyPr/>
          <a:lstStyle/>
          <a:p>
            <a:r>
              <a:rPr lang="en-US" dirty="0"/>
              <a:t>PROJECT OBJECTIVE</a:t>
            </a:r>
            <a:endParaRPr lang="en-IN" dirty="0"/>
          </a:p>
        </p:txBody>
      </p:sp>
      <p:sp>
        <p:nvSpPr>
          <p:cNvPr id="3" name="Content Placeholder 2">
            <a:extLst>
              <a:ext uri="{FF2B5EF4-FFF2-40B4-BE49-F238E27FC236}">
                <a16:creationId xmlns:a16="http://schemas.microsoft.com/office/drawing/2014/main" id="{28E9BD18-0AD1-9E62-B817-4AE02A274119}"/>
              </a:ext>
            </a:extLst>
          </p:cNvPr>
          <p:cNvSpPr>
            <a:spLocks noGrp="1"/>
          </p:cNvSpPr>
          <p:nvPr>
            <p:ph idx="1"/>
          </p:nvPr>
        </p:nvSpPr>
        <p:spPr>
          <a:xfrm>
            <a:off x="677334" y="1789471"/>
            <a:ext cx="8596668" cy="4251891"/>
          </a:xfrm>
        </p:spPr>
        <p:txBody>
          <a:bodyPr>
            <a:normAutofit/>
          </a:bodyPr>
          <a:lstStyle/>
          <a:p>
            <a:r>
              <a:rPr lang="en-IN" sz="2400" dirty="0"/>
              <a:t>The objective of this project is to uncover patterns, trends, and relationships in sales data and build business intelligence skills using Python, SQL, and dashboarding. This directly matches the task requirement shown in the project brief</a:t>
            </a:r>
            <a:endParaRPr lang="en-IN" dirty="0"/>
          </a:p>
          <a:p>
            <a:r>
              <a:rPr lang="en-IN" sz="2400" dirty="0"/>
              <a:t>The dataset contains retail transaction data with fields such as Order ID, Order Date, Customer ID, Age, Product Category, Product Name, Quantity, Price, Total Amount, City, and Payment Method. These fields are enough to perform descriptive analysis, SQL-based business analysis, multivariate exploration, and KPI reporting</a:t>
            </a:r>
          </a:p>
          <a:p>
            <a:endParaRPr lang="en-IN" sz="2400" dirty="0"/>
          </a:p>
        </p:txBody>
      </p:sp>
    </p:spTree>
    <p:extLst>
      <p:ext uri="{BB962C8B-B14F-4D97-AF65-F5344CB8AC3E}">
        <p14:creationId xmlns:p14="http://schemas.microsoft.com/office/powerpoint/2010/main" val="426168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DFFF-9582-7ED0-5D31-00C9D35192E6}"/>
              </a:ext>
            </a:extLst>
          </p:cNvPr>
          <p:cNvSpPr>
            <a:spLocks noGrp="1"/>
          </p:cNvSpPr>
          <p:nvPr>
            <p:ph type="title"/>
          </p:nvPr>
        </p:nvSpPr>
        <p:spPr/>
        <p:txBody>
          <a:bodyPr/>
          <a:lstStyle/>
          <a:p>
            <a:r>
              <a:rPr lang="en-US" dirty="0"/>
              <a:t>HYPOTHESES</a:t>
            </a:r>
            <a:endParaRPr lang="en-IN" dirty="0"/>
          </a:p>
        </p:txBody>
      </p:sp>
      <p:sp>
        <p:nvSpPr>
          <p:cNvPr id="3" name="Content Placeholder 2">
            <a:extLst>
              <a:ext uri="{FF2B5EF4-FFF2-40B4-BE49-F238E27FC236}">
                <a16:creationId xmlns:a16="http://schemas.microsoft.com/office/drawing/2014/main" id="{1C5AB971-0E24-2597-CDEA-2FDC909BBF38}"/>
              </a:ext>
            </a:extLst>
          </p:cNvPr>
          <p:cNvSpPr>
            <a:spLocks noGrp="1"/>
          </p:cNvSpPr>
          <p:nvPr>
            <p:ph idx="1"/>
          </p:nvPr>
        </p:nvSpPr>
        <p:spPr/>
        <p:txBody>
          <a:bodyPr/>
          <a:lstStyle/>
          <a:p>
            <a:pPr marL="0" indent="0">
              <a:buNone/>
            </a:pPr>
            <a:endParaRPr lang="en-IN" sz="2400" dirty="0"/>
          </a:p>
          <a:p>
            <a:r>
              <a:rPr lang="en-IN" sz="2400" dirty="0"/>
              <a:t>Electronics products may generate the highest revenue.</a:t>
            </a:r>
          </a:p>
          <a:p>
            <a:r>
              <a:rPr lang="en-IN" sz="2400" dirty="0"/>
              <a:t>Monthly sales may show a trend or seasonality.</a:t>
            </a:r>
          </a:p>
          <a:p>
            <a:r>
              <a:rPr lang="en-IN" sz="2400" dirty="0"/>
              <a:t>Age may influence purchase amount.</a:t>
            </a:r>
          </a:p>
          <a:p>
            <a:r>
              <a:rPr lang="en-IN" sz="2400" dirty="0"/>
              <a:t>Payment method usage may show customer preference.</a:t>
            </a:r>
          </a:p>
          <a:p>
            <a:r>
              <a:rPr lang="en-IN" sz="2400" dirty="0"/>
              <a:t>Revenue may be concentrated in a few products or cities.</a:t>
            </a:r>
          </a:p>
          <a:p>
            <a:endParaRPr lang="en-IN" dirty="0"/>
          </a:p>
        </p:txBody>
      </p:sp>
    </p:spTree>
    <p:extLst>
      <p:ext uri="{BB962C8B-B14F-4D97-AF65-F5344CB8AC3E}">
        <p14:creationId xmlns:p14="http://schemas.microsoft.com/office/powerpoint/2010/main" val="516520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252C2-8727-3BFB-9B70-CF319D14D892}"/>
              </a:ext>
            </a:extLst>
          </p:cNvPr>
          <p:cNvSpPr>
            <a:spLocks noGrp="1"/>
          </p:cNvSpPr>
          <p:nvPr>
            <p:ph type="title"/>
          </p:nvPr>
        </p:nvSpPr>
        <p:spPr>
          <a:xfrm>
            <a:off x="677334" y="609600"/>
            <a:ext cx="8596668" cy="1032387"/>
          </a:xfrm>
        </p:spPr>
        <p:txBody>
          <a:bodyPr>
            <a:normAutofit fontScale="90000"/>
          </a:bodyPr>
          <a:lstStyle/>
          <a:p>
            <a:r>
              <a:rPr lang="en-IN" dirty="0"/>
              <a:t>Descriptive statistics and univariate analysis</a:t>
            </a:r>
            <a:br>
              <a:rPr lang="en-IN" dirty="0"/>
            </a:br>
            <a:endParaRPr lang="en-IN" dirty="0"/>
          </a:p>
        </p:txBody>
      </p:sp>
      <p:sp>
        <p:nvSpPr>
          <p:cNvPr id="3" name="Content Placeholder 2">
            <a:extLst>
              <a:ext uri="{FF2B5EF4-FFF2-40B4-BE49-F238E27FC236}">
                <a16:creationId xmlns:a16="http://schemas.microsoft.com/office/drawing/2014/main" id="{4DD60FBD-67DB-77E9-356F-D915CA7E3989}"/>
              </a:ext>
            </a:extLst>
          </p:cNvPr>
          <p:cNvSpPr>
            <a:spLocks noGrp="1"/>
          </p:cNvSpPr>
          <p:nvPr>
            <p:ph idx="1"/>
          </p:nvPr>
        </p:nvSpPr>
        <p:spPr>
          <a:xfrm>
            <a:off x="677334" y="1563329"/>
            <a:ext cx="8596668" cy="4478033"/>
          </a:xfrm>
        </p:spPr>
        <p:txBody>
          <a:bodyPr/>
          <a:lstStyle/>
          <a:p>
            <a:r>
              <a:rPr lang="en-IN" dirty="0"/>
              <a:t>summary statistics were calculated for numerical and categorical columns. Histograms and bar charts were used to understand sales distribution, category frequency, and payment method usage, which aligns with the first required step in the task</a:t>
            </a:r>
          </a:p>
        </p:txBody>
      </p:sp>
      <p:pic>
        <p:nvPicPr>
          <p:cNvPr id="4" name="Picture 3">
            <a:extLst>
              <a:ext uri="{FF2B5EF4-FFF2-40B4-BE49-F238E27FC236}">
                <a16:creationId xmlns:a16="http://schemas.microsoft.com/office/drawing/2014/main" id="{2FAE3A0B-A945-5562-A222-D731994CF2FD}"/>
              </a:ext>
            </a:extLst>
          </p:cNvPr>
          <p:cNvPicPr>
            <a:picLocks noChangeAspect="1"/>
          </p:cNvPicPr>
          <p:nvPr/>
        </p:nvPicPr>
        <p:blipFill>
          <a:blip r:embed="rId2"/>
          <a:stretch>
            <a:fillRect/>
          </a:stretch>
        </p:blipFill>
        <p:spPr>
          <a:xfrm>
            <a:off x="521110" y="3008671"/>
            <a:ext cx="5378245" cy="2451261"/>
          </a:xfrm>
          <a:prstGeom prst="rect">
            <a:avLst/>
          </a:prstGeom>
        </p:spPr>
      </p:pic>
      <p:pic>
        <p:nvPicPr>
          <p:cNvPr id="5" name="Picture 4">
            <a:extLst>
              <a:ext uri="{FF2B5EF4-FFF2-40B4-BE49-F238E27FC236}">
                <a16:creationId xmlns:a16="http://schemas.microsoft.com/office/drawing/2014/main" id="{45BFCF85-C56D-042E-8B6A-18DBCCDA7D52}"/>
              </a:ext>
            </a:extLst>
          </p:cNvPr>
          <p:cNvPicPr>
            <a:picLocks noChangeAspect="1"/>
          </p:cNvPicPr>
          <p:nvPr/>
        </p:nvPicPr>
        <p:blipFill>
          <a:blip r:embed="rId3"/>
          <a:stretch>
            <a:fillRect/>
          </a:stretch>
        </p:blipFill>
        <p:spPr>
          <a:xfrm>
            <a:off x="5358581" y="3008671"/>
            <a:ext cx="4760994" cy="2286000"/>
          </a:xfrm>
          <a:prstGeom prst="rect">
            <a:avLst/>
          </a:prstGeom>
        </p:spPr>
      </p:pic>
    </p:spTree>
    <p:extLst>
      <p:ext uri="{BB962C8B-B14F-4D97-AF65-F5344CB8AC3E}">
        <p14:creationId xmlns:p14="http://schemas.microsoft.com/office/powerpoint/2010/main" val="386471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5BDFD-740E-3ADC-AB58-2824C2F98E15}"/>
              </a:ext>
            </a:extLst>
          </p:cNvPr>
          <p:cNvSpPr>
            <a:spLocks noGrp="1"/>
          </p:cNvSpPr>
          <p:nvPr>
            <p:ph type="title"/>
          </p:nvPr>
        </p:nvSpPr>
        <p:spPr>
          <a:xfrm>
            <a:off x="677334" y="609600"/>
            <a:ext cx="8596668" cy="796413"/>
          </a:xfrm>
        </p:spPr>
        <p:txBody>
          <a:bodyPr/>
          <a:lstStyle/>
          <a:p>
            <a:r>
              <a:rPr lang="en-US" dirty="0"/>
              <a:t>SQL (OUTPUTS)</a:t>
            </a:r>
            <a:endParaRPr lang="en-IN" dirty="0"/>
          </a:p>
        </p:txBody>
      </p:sp>
      <p:pic>
        <p:nvPicPr>
          <p:cNvPr id="5" name="Content Placeholder 4">
            <a:extLst>
              <a:ext uri="{FF2B5EF4-FFF2-40B4-BE49-F238E27FC236}">
                <a16:creationId xmlns:a16="http://schemas.microsoft.com/office/drawing/2014/main" id="{937E4303-E69A-FFC6-42CC-97FDC6FAE3E0}"/>
              </a:ext>
            </a:extLst>
          </p:cNvPr>
          <p:cNvPicPr>
            <a:picLocks noGrp="1" noChangeAspect="1"/>
          </p:cNvPicPr>
          <p:nvPr>
            <p:ph idx="1"/>
          </p:nvPr>
        </p:nvPicPr>
        <p:blipFill>
          <a:blip r:embed="rId2"/>
          <a:stretch>
            <a:fillRect/>
          </a:stretch>
        </p:blipFill>
        <p:spPr>
          <a:xfrm>
            <a:off x="677334" y="1322766"/>
            <a:ext cx="4403068" cy="2256178"/>
          </a:xfrm>
          <a:prstGeom prst="rect">
            <a:avLst/>
          </a:prstGeom>
        </p:spPr>
      </p:pic>
      <p:pic>
        <p:nvPicPr>
          <p:cNvPr id="7" name="Picture 6">
            <a:extLst>
              <a:ext uri="{FF2B5EF4-FFF2-40B4-BE49-F238E27FC236}">
                <a16:creationId xmlns:a16="http://schemas.microsoft.com/office/drawing/2014/main" id="{9614821E-1B49-7384-DFA5-D49B775ECFE2}"/>
              </a:ext>
            </a:extLst>
          </p:cNvPr>
          <p:cNvPicPr>
            <a:picLocks noChangeAspect="1"/>
          </p:cNvPicPr>
          <p:nvPr/>
        </p:nvPicPr>
        <p:blipFill>
          <a:blip r:embed="rId3"/>
          <a:stretch>
            <a:fillRect/>
          </a:stretch>
        </p:blipFill>
        <p:spPr>
          <a:xfrm>
            <a:off x="5241139" y="929148"/>
            <a:ext cx="5406068" cy="3565726"/>
          </a:xfrm>
          <a:prstGeom prst="rect">
            <a:avLst/>
          </a:prstGeom>
        </p:spPr>
      </p:pic>
      <p:pic>
        <p:nvPicPr>
          <p:cNvPr id="9" name="Picture 8">
            <a:extLst>
              <a:ext uri="{FF2B5EF4-FFF2-40B4-BE49-F238E27FC236}">
                <a16:creationId xmlns:a16="http://schemas.microsoft.com/office/drawing/2014/main" id="{8B71DAA2-CBF4-B0CB-420A-B2E0380A301B}"/>
              </a:ext>
            </a:extLst>
          </p:cNvPr>
          <p:cNvPicPr>
            <a:picLocks noChangeAspect="1"/>
          </p:cNvPicPr>
          <p:nvPr/>
        </p:nvPicPr>
        <p:blipFill>
          <a:blip r:embed="rId4"/>
          <a:stretch>
            <a:fillRect/>
          </a:stretch>
        </p:blipFill>
        <p:spPr>
          <a:xfrm>
            <a:off x="535039" y="3765614"/>
            <a:ext cx="4848395" cy="2884852"/>
          </a:xfrm>
          <a:prstGeom prst="rect">
            <a:avLst/>
          </a:prstGeom>
        </p:spPr>
      </p:pic>
    </p:spTree>
    <p:extLst>
      <p:ext uri="{BB962C8B-B14F-4D97-AF65-F5344CB8AC3E}">
        <p14:creationId xmlns:p14="http://schemas.microsoft.com/office/powerpoint/2010/main" val="421468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70F7-F3B9-14C4-3E38-198751C176D7}"/>
              </a:ext>
            </a:extLst>
          </p:cNvPr>
          <p:cNvSpPr>
            <a:spLocks noGrp="1"/>
          </p:cNvSpPr>
          <p:nvPr>
            <p:ph type="title"/>
          </p:nvPr>
        </p:nvSpPr>
        <p:spPr>
          <a:xfrm>
            <a:off x="677334" y="658761"/>
            <a:ext cx="8596668" cy="668593"/>
          </a:xfrm>
        </p:spPr>
        <p:txBody>
          <a:bodyPr/>
          <a:lstStyle/>
          <a:p>
            <a:r>
              <a:rPr lang="en-US" dirty="0"/>
              <a:t>MULTIVARIATE ANALYSIS</a:t>
            </a:r>
            <a:endParaRPr lang="en-IN" dirty="0"/>
          </a:p>
        </p:txBody>
      </p:sp>
      <p:sp>
        <p:nvSpPr>
          <p:cNvPr id="3" name="Content Placeholder 2">
            <a:extLst>
              <a:ext uri="{FF2B5EF4-FFF2-40B4-BE49-F238E27FC236}">
                <a16:creationId xmlns:a16="http://schemas.microsoft.com/office/drawing/2014/main" id="{45BFAB19-AAAE-DB28-C962-8840191362FB}"/>
              </a:ext>
            </a:extLst>
          </p:cNvPr>
          <p:cNvSpPr>
            <a:spLocks noGrp="1"/>
          </p:cNvSpPr>
          <p:nvPr>
            <p:ph idx="1"/>
          </p:nvPr>
        </p:nvSpPr>
        <p:spPr>
          <a:xfrm>
            <a:off x="677334" y="1425677"/>
            <a:ext cx="8596668" cy="4615685"/>
          </a:xfrm>
        </p:spPr>
        <p:txBody>
          <a:bodyPr/>
          <a:lstStyle/>
          <a:p>
            <a:pPr marL="0" indent="0">
              <a:buNone/>
            </a:pPr>
            <a:r>
              <a:rPr lang="en-IN" dirty="0"/>
              <a:t>Scatter plots, heatmaps, and pair plots were used to examine relationships between age, quantity, price, and total sales amount. This matches the multivariate analysis and correlation</a:t>
            </a:r>
          </a:p>
          <a:p>
            <a:endParaRPr lang="en-IN" dirty="0"/>
          </a:p>
        </p:txBody>
      </p:sp>
      <p:pic>
        <p:nvPicPr>
          <p:cNvPr id="6" name="Picture 5">
            <a:extLst>
              <a:ext uri="{FF2B5EF4-FFF2-40B4-BE49-F238E27FC236}">
                <a16:creationId xmlns:a16="http://schemas.microsoft.com/office/drawing/2014/main" id="{D7EEEB85-F6B6-44FE-8D9E-0852DE111422}"/>
              </a:ext>
            </a:extLst>
          </p:cNvPr>
          <p:cNvPicPr>
            <a:picLocks noChangeAspect="1"/>
          </p:cNvPicPr>
          <p:nvPr/>
        </p:nvPicPr>
        <p:blipFill>
          <a:blip r:embed="rId2"/>
          <a:stretch>
            <a:fillRect/>
          </a:stretch>
        </p:blipFill>
        <p:spPr>
          <a:xfrm>
            <a:off x="995455" y="2418736"/>
            <a:ext cx="7644704" cy="4316362"/>
          </a:xfrm>
          <a:prstGeom prst="rect">
            <a:avLst/>
          </a:prstGeom>
        </p:spPr>
      </p:pic>
    </p:spTree>
    <p:extLst>
      <p:ext uri="{BB962C8B-B14F-4D97-AF65-F5344CB8AC3E}">
        <p14:creationId xmlns:p14="http://schemas.microsoft.com/office/powerpoint/2010/main" val="271357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0EEAA-466A-F172-4E40-C3E21E3B2605}"/>
              </a:ext>
            </a:extLst>
          </p:cNvPr>
          <p:cNvSpPr>
            <a:spLocks noGrp="1"/>
          </p:cNvSpPr>
          <p:nvPr>
            <p:ph type="title"/>
          </p:nvPr>
        </p:nvSpPr>
        <p:spPr/>
        <p:txBody>
          <a:bodyPr/>
          <a:lstStyle/>
          <a:p>
            <a:r>
              <a:rPr lang="en-US" dirty="0"/>
              <a:t>DASHBOARD &amp; CONCLUSION</a:t>
            </a:r>
            <a:endParaRPr lang="en-IN" dirty="0"/>
          </a:p>
        </p:txBody>
      </p:sp>
      <p:sp>
        <p:nvSpPr>
          <p:cNvPr id="3" name="Content Placeholder 2">
            <a:extLst>
              <a:ext uri="{FF2B5EF4-FFF2-40B4-BE49-F238E27FC236}">
                <a16:creationId xmlns:a16="http://schemas.microsoft.com/office/drawing/2014/main" id="{EA85BF1F-EDA2-1803-A268-46812A8CB183}"/>
              </a:ext>
            </a:extLst>
          </p:cNvPr>
          <p:cNvSpPr>
            <a:spLocks noGrp="1"/>
          </p:cNvSpPr>
          <p:nvPr>
            <p:ph idx="1"/>
          </p:nvPr>
        </p:nvSpPr>
        <p:spPr>
          <a:xfrm>
            <a:off x="677334" y="1356853"/>
            <a:ext cx="8596668" cy="4684510"/>
          </a:xfrm>
        </p:spPr>
        <p:txBody>
          <a:bodyPr/>
          <a:lstStyle/>
          <a:p>
            <a:r>
              <a:rPr lang="en-IN" dirty="0"/>
              <a:t>The dashboard summarizes monthly revenue performance visually. It helps quickly identify high-sales and low-sales months for business review and planning</a:t>
            </a:r>
          </a:p>
        </p:txBody>
      </p:sp>
      <p:pic>
        <p:nvPicPr>
          <p:cNvPr id="5" name="Picture 4">
            <a:extLst>
              <a:ext uri="{FF2B5EF4-FFF2-40B4-BE49-F238E27FC236}">
                <a16:creationId xmlns:a16="http://schemas.microsoft.com/office/drawing/2014/main" id="{DCADEC56-9B52-0793-7B54-B128EA019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330245"/>
            <a:ext cx="8445910" cy="4458371"/>
          </a:xfrm>
          <a:prstGeom prst="rect">
            <a:avLst/>
          </a:prstGeom>
        </p:spPr>
      </p:pic>
    </p:spTree>
    <p:extLst>
      <p:ext uri="{BB962C8B-B14F-4D97-AF65-F5344CB8AC3E}">
        <p14:creationId xmlns:p14="http://schemas.microsoft.com/office/powerpoint/2010/main" val="15949525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TotalTime>
  <Words>280</Words>
  <Application>Microsoft Office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Exploratory Data Analysis (EDA) &amp; Business Intelligence Project</vt:lpstr>
      <vt:lpstr>PROJECT OBJECTIVE</vt:lpstr>
      <vt:lpstr>HYPOTHESES</vt:lpstr>
      <vt:lpstr>Descriptive statistics and univariate analysis </vt:lpstr>
      <vt:lpstr>SQL (OUTPUTS)</vt:lpstr>
      <vt:lpstr>MULTIVARIATE ANALYSIS</vt:lpstr>
      <vt:lpstr>DASHBOARD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Chappa Manikanta</dc:creator>
  <cp:lastModifiedBy>Chappa Manikanta</cp:lastModifiedBy>
  <cp:revision>1</cp:revision>
  <dcterms:created xsi:type="dcterms:W3CDTF">2026-06-11T17:22:35Z</dcterms:created>
  <dcterms:modified xsi:type="dcterms:W3CDTF">2026-06-11T17:50:24Z</dcterms:modified>
</cp:coreProperties>
</file>